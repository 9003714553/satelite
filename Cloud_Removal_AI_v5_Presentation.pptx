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🛰️ Cloud Removal AI v5.0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Advanced Satellite Imagery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High-Resolution Cloud Removal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📋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t>An advanced AI-powered application for removing clouds from satellite imagery using Deep Learning and Computer Vision techniques.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840480"/>
            <a:ext cx="2103120" cy="13716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10+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2103120" cy="13716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LULC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840480"/>
            <a:ext cx="2103120" cy="13716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3D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Terrain Viz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⚡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200400" cy="109728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667EEA"/>
                </a:solidFill>
              </a:defRPr>
            </a:pPr>
            <a:r>
              <a:t>☁️ Cloud Removal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GAN-based UNet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200400" cy="109728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667EEA"/>
                </a:solidFill>
              </a:defRPr>
            </a:pPr>
            <a:r>
              <a:t>🏔️ 3D Terrain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Interactive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08960"/>
            <a:ext cx="3200400" cy="109728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667EEA"/>
                </a:solidFill>
              </a:defRPr>
            </a:pPr>
            <a:r>
              <a:t>🏘️ LULC Classification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5-class land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108960"/>
            <a:ext cx="3200400" cy="109728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667EEA"/>
                </a:solidFill>
              </a:defRPr>
            </a:pPr>
            <a:r>
              <a:t>🤖 AI Chatbot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Tamil/Tanglish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89120"/>
            <a:ext cx="3200400" cy="109728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667EEA"/>
                </a:solidFill>
              </a:defRPr>
            </a:pPr>
            <a:r>
              <a:t>🌱 Vegetation Analysis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VARI health 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389120"/>
            <a:ext cx="3200400" cy="109728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667EEA"/>
                </a:solidFill>
              </a:defRPr>
            </a:pPr>
            <a:r>
              <a:t>🛣️ Infrastructure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Road extraction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669279"/>
            <a:ext cx="3200400" cy="109728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667EEA"/>
                </a:solidFill>
              </a:defRPr>
            </a:pPr>
            <a:r>
              <a:t>📊 Analytics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Comprehensive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5669279"/>
            <a:ext cx="3200400" cy="109728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667EEA"/>
                </a:solidFill>
              </a:defRPr>
            </a:pPr>
            <a:r>
              <a:t>📦 Batch Processing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Multiple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🎉 What's New in v5.0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764BA2"/>
                </a:solidFill>
              </a:defRPr>
            </a:pPr>
            <a:r>
              <a:t>🏔️ 3D Terrain Reconstruction</a:t>
            </a:r>
          </a:p>
          <a:p>
            <a:pPr>
              <a:spcAft>
                <a:spcPts val="800"/>
              </a:spcAft>
              <a:defRPr sz="1800"/>
            </a:pPr>
            <a:r>
              <a:t>• Interactive 3D visualization with Plotly</a:t>
            </a:r>
          </a:p>
          <a:p>
            <a:pPr>
              <a:spcAft>
                <a:spcPts val="800"/>
              </a:spcAft>
              <a:defRPr sz="1800"/>
            </a:pPr>
            <a:r>
              <a:t>• Adjustable height exaggeration (0.5x - 5x)</a:t>
            </a:r>
          </a:p>
          <a:p>
            <a:pPr>
              <a:spcAft>
                <a:spcPts val="800"/>
              </a:spcAft>
              <a:defRPr sz="1800"/>
            </a:pPr>
            <a:r>
              <a:t>• Two estimation methods: Brightness &amp; Gradient</a:t>
            </a:r>
          </a:p>
          <a:p>
            <a:pPr>
              <a:spcAft>
                <a:spcPts val="800"/>
              </a:spcAft>
              <a:defRPr sz="1800"/>
            </a:pPr>
            <a:r>
              <a:t>• Full camera controls: Rotate, zoom, pan</a:t>
            </a:r>
          </a:p>
          <a:p>
            <a:br/>
            <a:pPr>
              <a:spcBef>
                <a:spcPts val="1500"/>
              </a:spcBef>
              <a:spcAft>
                <a:spcPts val="1000"/>
              </a:spcAft>
              <a:defRPr sz="2800" b="1">
                <a:solidFill>
                  <a:srgbClr val="764BA2"/>
                </a:solidFill>
              </a:defRPr>
            </a:pPr>
            <a:r>
              <a:t>🏘️ Land Use &amp; Land Cover Classification</a:t>
            </a:r>
          </a:p>
          <a:p>
            <a:pPr>
              <a:spcAft>
                <a:spcPts val="800"/>
              </a:spcAft>
              <a:defRPr sz="1800"/>
            </a:pPr>
            <a:r>
              <a:t>• 5 Classes: Water, Forest, Urban, Barren, Vegetation</a:t>
            </a:r>
          </a:p>
          <a:p>
            <a:pPr>
              <a:spcAft>
                <a:spcPts val="800"/>
              </a:spcAft>
              <a:defRPr sz="1800"/>
            </a:pPr>
            <a:r>
              <a:t>• Color-coded maps with interactive legend</a:t>
            </a:r>
          </a:p>
          <a:p>
            <a:pPr>
              <a:spcAft>
                <a:spcPts val="800"/>
              </a:spcAft>
              <a:defRPr sz="1800"/>
            </a:pPr>
            <a:r>
              <a:t>• Pie charts showing distribution percentages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🤖 AI Chatbot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764BA2"/>
                </a:solidFill>
              </a:defRPr>
            </a:pPr>
            <a:r>
              <a:t>Features</a:t>
            </a:r>
          </a:p>
          <a:p>
            <a:pPr>
              <a:spcAft>
                <a:spcPts val="1000"/>
              </a:spcAft>
              <a:defRPr sz="2000"/>
            </a:pPr>
            <a:r>
              <a:t>• Natural language queries</a:t>
            </a:r>
          </a:p>
          <a:p>
            <a:pPr>
              <a:spcAft>
                <a:spcPts val="1000"/>
              </a:spcAft>
              <a:defRPr sz="2000"/>
            </a:pPr>
            <a:r>
              <a:t>• Tamil/Tanglish support</a:t>
            </a:r>
          </a:p>
          <a:p>
            <a:pPr>
              <a:spcAft>
                <a:spcPts val="1000"/>
              </a:spcAft>
              <a:defRPr sz="2000"/>
            </a:pPr>
            <a:r>
              <a:t>• Chat history tracking</a:t>
            </a:r>
          </a:p>
          <a:p>
            <a:pPr>
              <a:spcAft>
                <a:spcPts val="1000"/>
              </a:spcAft>
              <a:defRPr sz="2000"/>
            </a:pPr>
            <a:r>
              <a:t>• Real-time map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764BA2"/>
                </a:solidFill>
              </a:defRPr>
            </a:pPr>
            <a:r>
              <a:t>Example Queries</a:t>
            </a:r>
          </a:p>
          <a:p>
            <a:pPr>
              <a:spcAft>
                <a:spcPts val="800"/>
              </a:spcAft>
              <a:defRPr sz="1600"/>
            </a:pPr>
            <a:r>
              <a:t>• "How much water is in this area?"</a:t>
            </a:r>
          </a:p>
          <a:p>
            <a:pPr>
              <a:spcAft>
                <a:spcPts val="800"/>
              </a:spcAft>
              <a:defRPr sz="1600"/>
            </a:pPr>
            <a:r>
              <a:t>• "Where is the forest located?"</a:t>
            </a:r>
          </a:p>
          <a:p>
            <a:pPr>
              <a:spcAft>
                <a:spcPts val="800"/>
              </a:spcAft>
              <a:defRPr sz="1600"/>
            </a:pPr>
            <a:r>
              <a:t>• "Is there more urban or vegetation?"</a:t>
            </a:r>
          </a:p>
          <a:p>
            <a:pPr>
              <a:spcAft>
                <a:spcPts val="800"/>
              </a:spcAft>
              <a:defRPr sz="1600"/>
            </a:pPr>
            <a:r>
              <a:t>• "Evlo thanni irukku?" (Tamil)</a:t>
            </a:r>
          </a:p>
          <a:p>
            <a:pPr>
              <a:spcAft>
                <a:spcPts val="800"/>
              </a:spcAft>
              <a:defRPr sz="1600"/>
            </a:pPr>
            <a:r>
              <a:t>• "Tell me about this map"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🏗️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Input → Cloudy Satellite Image + SAR Data</a:t>
            </a:r>
          </a:p>
          <a:p>
            <a:pPr>
              <a:spcAft>
                <a:spcPts val="1200"/>
              </a:spcAft>
              <a:defRPr sz="1800"/>
            </a:pPr>
            <a:r>
              <a:t>Processing → GAN-based UNet (Generator + Discriminator)</a:t>
            </a:r>
          </a:p>
          <a:p>
            <a:pPr>
              <a:spcAft>
                <a:spcPts val="1200"/>
              </a:spcAft>
              <a:defRPr sz="1800"/>
            </a:pPr>
            <a:r>
              <a:t>Cloud Removal → Clean Image Output</a:t>
            </a:r>
          </a:p>
          <a:p>
            <a:pPr>
              <a:spcAft>
                <a:spcPts val="1200"/>
              </a:spcAft>
              <a:defRPr sz="1800"/>
            </a:pPr>
            <a:r>
              <a:t>Analysis → 3D Terrain + LULC + Vegetation + Infrastructure</a:t>
            </a:r>
          </a:p>
          <a:p>
            <a:pPr>
              <a:spcAft>
                <a:spcPts val="1200"/>
              </a:spcAft>
              <a:defRPr sz="1800"/>
            </a:pPr>
            <a:r>
              <a:t>Output → Interactive Dashboard + PDF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764BA2"/>
                </a:solidFill>
              </a:defRPr>
            </a:pPr>
            <a:r>
              <a:t>Model Details</a:t>
            </a:r>
          </a:p>
          <a:p>
            <a:pPr>
              <a:spcAft>
                <a:spcPts val="600"/>
              </a:spcAft>
              <a:defRPr sz="1800"/>
            </a:pPr>
            <a:r>
              <a:t>• Architecture: UNet with skip connections</a:t>
            </a:r>
          </a:p>
          <a:p>
            <a:pPr>
              <a:spcAft>
                <a:spcPts val="600"/>
              </a:spcAft>
              <a:defRPr sz="1800"/>
            </a:pPr>
            <a:r>
              <a:t>• Training: GAN (Generative Adversarial Network)</a:t>
            </a:r>
          </a:p>
          <a:p>
            <a:pPr>
              <a:spcAft>
                <a:spcPts val="600"/>
              </a:spcAft>
              <a:defRPr sz="1800"/>
            </a:pPr>
            <a:r>
              <a:t>• Input Channels: 4 (RGB + SAR)</a:t>
            </a:r>
          </a:p>
          <a:p>
            <a:pPr>
              <a:spcAft>
                <a:spcPts val="600"/>
              </a:spcAft>
              <a:defRPr sz="1800"/>
            </a:pPr>
            <a:r>
              <a:t>• Output: 3 (RGB clean image)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🛠️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64BA2"/>
                </a:solidFill>
              </a:defRPr>
            </a:pPr>
            <a:r>
              <a:t>Deep Learning &amp;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37744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PyTorch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37744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torchvision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237744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Google Gemini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64BA2"/>
                </a:solidFill>
              </a:defRPr>
            </a:pPr>
            <a:r>
              <a:t>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6616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OpenCV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56616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PIL/Pillow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356616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scikit-image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64BA2"/>
                </a:solidFill>
              </a:defRPr>
            </a:pPr>
            <a:r>
              <a:t>Visualization &amp; 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75488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Streamlit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475488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Plotly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475488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Matplotlib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64BA2"/>
                </a:solidFill>
              </a:defRPr>
            </a:pPr>
            <a:r>
              <a:t>Data 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94360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NumPy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594360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Pandas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5943600"/>
            <a:ext cx="1828800" cy="4572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SciPy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🚀 How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764BA2"/>
                </a:solidFill>
              </a:defRPr>
            </a:pPr>
            <a:r>
              <a:t>Local Installation</a:t>
            </a:r>
          </a:p>
          <a:p>
            <a:pPr>
              <a:spcAft>
                <a:spcPts val="800"/>
              </a:spcAft>
              <a:defRPr sz="1600">
                <a:latin typeface="Courier New"/>
              </a:defRPr>
            </a:pPr>
            <a:r>
              <a:t>cd "path/to/project"</a:t>
            </a:r>
          </a:p>
          <a:p>
            <a:pPr>
              <a:spcAft>
                <a:spcPts val="800"/>
              </a:spcAft>
              <a:defRPr sz="1600">
                <a:latin typeface="Courier New"/>
              </a:defRPr>
            </a:pPr>
            <a:r>
              <a:t>pip install -r requirements.txt</a:t>
            </a:r>
          </a:p>
          <a:p>
            <a:pPr>
              <a:spcAft>
                <a:spcPts val="800"/>
              </a:spcAft>
              <a:defRPr sz="1600">
                <a:latin typeface="Courier New"/>
              </a:defRPr>
            </a:pPr>
            <a:r>
              <a:t>streamlit run src/app.py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764BA2"/>
                </a:solidFill>
              </a:defRPr>
            </a:pPr>
            <a:r>
              <a:t>Google Colab</a:t>
            </a:r>
          </a:p>
          <a:p>
            <a:pPr>
              <a:spcAft>
                <a:spcPts val="600"/>
              </a:spcAft>
              <a:defRPr sz="1800"/>
            </a:pPr>
            <a:r>
              <a:t>1. Upload project to Google Drive</a:t>
            </a:r>
          </a:p>
          <a:p>
            <a:pPr>
              <a:spcAft>
                <a:spcPts val="600"/>
              </a:spcAft>
              <a:defRPr sz="1800"/>
            </a:pPr>
            <a:r>
              <a:t>2. Open Cloud_Removal_Colab.ipynb</a:t>
            </a:r>
          </a:p>
          <a:p>
            <a:pPr>
              <a:spcAft>
                <a:spcPts val="600"/>
              </a:spcAft>
              <a:defRPr sz="1800"/>
            </a:pPr>
            <a:r>
              <a:t>3. Mount Drive and install dependencies</a:t>
            </a:r>
          </a:p>
          <a:p>
            <a:pPr>
              <a:spcAft>
                <a:spcPts val="600"/>
              </a:spcAft>
              <a:defRPr sz="1800"/>
            </a:pPr>
            <a:r>
              <a:t>4. Configure ngrok for public URL</a:t>
            </a:r>
          </a:p>
          <a:p>
            <a:pPr>
              <a:spcAft>
                <a:spcPts val="600"/>
              </a:spcAft>
              <a:defRPr sz="1800"/>
            </a:pPr>
            <a:r>
              <a:t>5. Run the app!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🎯 Use Cases &amp;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200400" cy="118872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🌾 Agriculture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Crop monitoring and yield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3200400" cy="118872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🏙️ Urban Planning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Infrastructure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3200400" cy="118872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🌊 Environmental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Water detection and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200400"/>
            <a:ext cx="3200400" cy="118872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🚨 Disaster Response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Flood mapping and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3200400" cy="118872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🗺️ Cartography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Map creation and terrain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572000"/>
            <a:ext cx="3200400" cy="118872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🔬 Research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Academic and geospatial studies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 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Cloud Removal AI v5.0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🛰️ Advanced Satellite Imagery Processing</a:t>
            </a:r>
          </a:p>
          <a:p>
            <a:br/>
            <a:pPr algn="ctr">
              <a:defRPr sz="28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