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90874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Removal from Satellite Imagery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218207" y="2432745"/>
            <a:ext cx="270743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Conditional GANs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4570" y="3011835"/>
            <a:ext cx="747471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Restoring Clear Earth Observation Data through Multi-Modal Fusion of Optical and SAR Imagery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539880" y="3785146"/>
            <a:ext cx="20642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Sensing &amp; Deep Learning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539880" y="4047976"/>
            <a:ext cx="20642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Domain: Computer Vision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 of Cloud Cover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7625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Imagery Limitation: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 66% of Earth's surface is cloud-covered at any given time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Obstructs monitoring for agriculture, disaster management, and urban planning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Needed: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Robust method to "see through" clouds and recover ground details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25551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733675"/>
            <a:ext cx="7924800" cy="125551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Multi-Modal Data Fusion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16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Data (RGB)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866751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in color and texture information but blocked by clouds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838200" y="2962275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Data (Synthetic Aperture Radar)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3350865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Penetrates clouds with structural info but lacks color details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09600" y="4293989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Fuse Cloudy Optical + SAR to predict Clear Optical images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Conditional GANs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Technology: Pix2Pix Framework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7625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Maps (Cloudy, SAR) → Clear Image using U-Net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Discriminator: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Distinguishes Real vs Generated Clear images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Training: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Generator fools Discriminator, resulting in high-quality outputs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Architecture: Generator (U-Net)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"Painter" of the System</a:t>
            </a:r>
            <a:endParaRPr lang="en-US" sz="1560" dirty="0"/>
          </a:p>
        </p:txBody>
      </p:sp>
      <p:sp>
        <p:nvSpPr>
          <p:cNvPr id="4" name="Text 2"/>
          <p:cNvSpPr/>
          <p:nvPr/>
        </p:nvSpPr>
        <p:spPr>
          <a:xfrm>
            <a:off x="914400" y="1639639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U-Net Encoder-Decoder with skip connections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Concatenated tensor of Cloudy (3 ch) + SAR (1-2 ch) images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Connections: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Preserve spatial details from encoder to decoder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3-channel RGB Clear Image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Architecture: Discriminator (PatchGAN)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"Critic" of the System</a:t>
            </a:r>
            <a:endParaRPr lang="en-US" sz="1560" dirty="0"/>
          </a:p>
        </p:txBody>
      </p:sp>
      <p:sp>
        <p:nvSpPr>
          <p:cNvPr id="4" name="Text 2"/>
          <p:cNvSpPr/>
          <p:nvPr/>
        </p:nvSpPr>
        <p:spPr>
          <a:xfrm>
            <a:off x="914400" y="1639639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PatchGAN for local patch classification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Classifies N×N local patches as Fake/Real instead of whole image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Focuses on high-frequency details (textures, edges) for sharp, realistic outputs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Loss Functions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Model Learns</a:t>
            </a:r>
            <a:endParaRPr lang="en-US" sz="1560" dirty="0"/>
          </a:p>
        </p:txBody>
      </p:sp>
      <p:sp>
        <p:nvSpPr>
          <p:cNvPr id="4" name="Text 2"/>
          <p:cNvSpPr/>
          <p:nvPr/>
        </p:nvSpPr>
        <p:spPr>
          <a:xfrm>
            <a:off x="914400" y="1639639"/>
            <a:ext cx="7620000" cy="1597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Loss: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Encourages indistinguishable images from real photos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Loss: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Minimizes pixel-wise difference between generated and ground truth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Loss: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Loss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Loss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λ × Loss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Adam Optimizer, trained for 10+ epochs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Success</a:t>
            </a:r>
            <a:endParaRPr lang="en-US" sz="1560" dirty="0"/>
          </a:p>
        </p:txBody>
      </p:sp>
      <p:sp>
        <p:nvSpPr>
          <p:cNvPr id="4" name="Text 2"/>
          <p:cNvSpPr/>
          <p:nvPr/>
        </p:nvSpPr>
        <p:spPr>
          <a:xfrm>
            <a:off x="914400" y="1639639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PSNR: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Peak Signal-to-Noise Ratio (higher is better)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SSIM: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Structural Similarity Index (closer to 1.0 is better)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Fréchet Inception Distance for feature distribution (lower is better)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Highlights</a:t>
            </a:r>
            <a:endParaRPr lang="en-US" sz="1560" dirty="0"/>
          </a:p>
        </p:txBody>
      </p:sp>
      <p:sp>
        <p:nvSpPr>
          <p:cNvPr id="4" name="Text 2"/>
          <p:cNvSpPr/>
          <p:nvPr/>
        </p:nvSpPr>
        <p:spPr>
          <a:xfrm>
            <a:off x="914400" y="1639639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Quality: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Successful removal of thick cloud cover revealing terrain, roads, vegetation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Contribution: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Obscured areas reconstructed using SAR structural hints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Stable training dynamics with balanced generator and discriminator losses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609600" y="1583234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cGAN model successfully fuses Optical and SAR data as a "virtual cloud remover" providing cost-effective continuous earth observation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215455"/>
            <a:ext cx="8083296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914400" y="2549128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Attention: Integrating time-series data for better consistency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Deployment: Testing on full-scale Sentinel-1/2 fusion tiles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Tasks: Land cover classification or segmentation applications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2025-12-15T16:16:14Z</dcterms:created>
  <dcterms:modified xsi:type="dcterms:W3CDTF">2025-12-15T16:16:14Z</dcterms:modified>
</cp:coreProperties>
</file>